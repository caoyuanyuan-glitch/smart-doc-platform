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</Types>
</file>

<file path=ppt/presentation.xml><?xml version="1.0" encoding="utf-8"?>
<p:presentation xmlns:p="http://schemas.openxmlformats.org/presentationml/2006/main"/>
</file>

<file path=ppt/slides/slide1.xml><?xml version="1.0" encoding="utf-8"?>
<ns0:sld xmlns:ns0="http://schemas.openxmlformats.org/presentationml/2006/main" xmlns:ns1="http://schemas.openxmlformats.org/drawingml/2006/main">
  <ns0:cSld>
    <ns0:spTree>
      <ns0:sp>
        <ns0:txBody>
          <ns1:p>
            <ns1:r>
              <ns1:t>Product Launch Event</ns1:t>
            </ns1:r>
          </ns1:p>
        </ns0:txBody>
      </ns0:sp>
      <ns0:sp>
        <ns0:txBody>
          <ns1:p>
            <ns1:r>
              <ns1:t>Thank you all for attending this launch event.</ns1:t>
            </ns1:r>
          </ns1:p>
          <ns1:p>
            <ns1:r>
              <ns1:t>Today, we introduce three new products.</ns1:t>
            </ns1:r>
          </ns1:p>
        </ns0:txBody>
      </ns0:sp>
    </ns0:spTree>
  </ns0:cSld>
</ns0:sld>
</file>